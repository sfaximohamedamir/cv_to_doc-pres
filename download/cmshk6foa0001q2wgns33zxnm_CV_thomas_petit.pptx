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thomaspetit.f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Petit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Front-End Junior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51276" y="5486400"/>
            <a:ext cx="54864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thomas.petit@email.com  |  +33 7 01 23 45 67  |  Nantes, France  |  linkedin.com/in/thomas-petit  |  github.com/tpetit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916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Diplômé d'un Master en Informatique, passionné par le développement web front-end et l'UX. À la recherche de mon premier poste pour mettre en pratique mes compétences en React et TypeScript.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4754880"/>
            <a:ext cx="342290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89204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5532120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d'expérience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3024" y="4754880"/>
            <a:ext cx="342290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3024" y="489204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83024" y="5532120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0248" y="4754880"/>
            <a:ext cx="342290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0248" y="489204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80248" y="5532120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professionnelle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167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Développeur Front-End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Nantaise  —  2024 – 2024  —  Nantes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 fin d'études (6 mois). Développement de composants React réutilisables et refonte de l'interface d'un dashboard SaaS.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139440"/>
            <a:ext cx="1109167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Développeur Web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Web Loire  —  2023 – 2023  —  Nantes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 3 mois. Création de sites vitrines avec WordPress et intégration HTML/CSS.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Informatique — Web Mobile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Polytech Nantes  —  2022 – 2024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 Développement Web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Informatique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Nantes  —  2019 – 2022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&amp; Langues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(Avancé)  •  React (Intermédiaire)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(Intermédiaire)  •  TypeScript (Débutant)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(Intermédiaire)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(Intermédiaire)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3076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3076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Natif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B2 — Intermédiaire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&amp; Certifications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personnel</a:t>
            </a:r>
            <a:endParaRPr lang="en-US" sz="1300" dirty="0"/>
          </a:p>
          <a:p>
            <a:pPr indent="0" marL="0">
              <a:buNone/>
            </a:pPr>
            <a:r>
              <a:rPr lang="en-US" sz="1100" i="1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thomaspetit.fr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portfolio développé en React/Next.js avec animations Framer Motion.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Méteo (projet école)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météo consommant l'API OpenWeatherMap, réalisée en équipe de 3.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3076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3076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TOEIC 850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 —  2023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Petit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51276" y="5120640"/>
            <a:ext cx="54864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thomas.petit@email.com  |  +33 7 01 23 45 67  |  Nantes, France  |  linkedin.com/in/thomas-petit  |  github.com/tpetit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CV Transformer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— Thomas Petit</dc:title>
  <dc:subject>CV généré automatiquement</dc:subject>
  <dc:creator>Agent de transformation de CV</dc:creator>
  <cp:lastModifiedBy>Agent de transformation de CV</cp:lastModifiedBy>
  <cp:revision>1</cp:revision>
  <dcterms:created xsi:type="dcterms:W3CDTF">2026-08-06T13:35:33Z</dcterms:created>
  <dcterms:modified xsi:type="dcterms:W3CDTF">2026-08-06T13:35:33Z</dcterms:modified>
</cp:coreProperties>
</file>