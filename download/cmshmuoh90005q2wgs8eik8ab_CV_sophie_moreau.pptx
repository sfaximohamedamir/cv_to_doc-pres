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awsreinvent2023.com/talks/smorea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Moreau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Engineering — Tech Lead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51276" y="5486400"/>
            <a:ext cx="548640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sophie.moreau@email.com  |  +33 6 12 34 56 78  |  Paris, France  |  linkedin.com/in/sophie-moreau  |  sophiemoreau.tech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technique avec 12+ ans d'expérience dans le pilotage d'équipes d'ingénierie de 20+ personnes. Expertise en architecture distribuée, transformation digitale et accompagnement de startups en hypercroissance. Passée par scale-up européenne et FATEC 100.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4754880"/>
            <a:ext cx="342290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9204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5532120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d'expérience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3024" y="4754880"/>
            <a:ext cx="342290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3024" y="489204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83024" y="5532120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80248" y="4754880"/>
            <a:ext cx="342290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0248" y="4892040"/>
            <a:ext cx="3422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80248" y="5532120"/>
            <a:ext cx="3422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professionnelle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1 /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Engineering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UnicornStartup (Série C)  —  2021 – présent  —  Paris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 4 équipes d'ingénierie (28 personnes). Pilotage de la refonte de l'architecture microservices (Kubernetes, Go, Python). Réduction des coûts d'infrastructure de 35% (-1,2M€/an).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Mentorat de 4 tech leads, mise en place d'un programme d'architecture review.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139440"/>
            <a:ext cx="1109167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GlobalTech Group  —  2018 – 2021  —  Paris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d'une équipe de 12 ingénieurs. Livraison de 3 produits SaaS B2B (chiffre d'affaires généré : 8M€). Migration de l'infrastructure vers AWS (EKS, RDS, Lambda).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du taux de rétention de 22%.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770120"/>
            <a:ext cx="1109167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Engineer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InnovCorp  —  2014 – 2018  —  Lyon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d'une plateforme big data traitant 500M d'événements/jour (Java, Kafka, Spark). Leadership technique sur 3 projets majeurs.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2 brevets.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professionnelle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2 /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TechStart  —  2012 – 2014  —  Lyon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full-stack (Python, Django, PostgreSQL, AngularJS).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— Management de l'Innovation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 Paris  —  2016 – 2018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MBA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Ingénieure Diplômée — Informatique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Lyon  —  2008 – 2012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 Informatique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de promotion. Stage de fin d'études chez Google (Mountain View).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&amp; Langues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technique (Expert)  •  Strategy &amp; Vision (Expert)  •  Recrutement (Expert)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distribuée (Expert)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(Expert)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(Avancé)  •  Python (Expert)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(Expert)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(Avancé)  •  Spark (Avancé)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23076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3076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Natif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C2 — Bilingue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Allemand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B1 — Seuil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863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&amp; Certifications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 AWS re:Invent 2023</a:t>
            </a:r>
            <a:endParaRPr lang="en-US" sz="1300" dirty="0"/>
          </a:p>
          <a:p>
            <a:pPr indent="0" marL="0">
              <a:buNone/>
            </a:pPr>
            <a:r>
              <a:rPr lang="en-US" sz="1100" i="1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awsreinvent2023.com/talks/smoreau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speaker sur l'architecture multi-régions à 10k participants.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23076" y="155448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3076" y="20116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Solutions Architect — Professional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 —  2022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Kubernetes Administrator (CKA)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 —  2021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— Project Management Professional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 —  2019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Moreau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51276" y="5120640"/>
            <a:ext cx="548640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sophie.moreau@email.com  |  +33 6 12 34 56 78  |  Paris, France  |  linkedin.com/in/sophie-moreau  |  sophiemoreau.tech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CV Transformer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— Sophie Moreau</dc:title>
  <dc:subject>CV généré automatiquement</dc:subject>
  <dc:creator>Agent de transformation de CV</dc:creator>
  <cp:lastModifiedBy>Agent de transformation de CV</cp:lastModifiedBy>
  <cp:revision>1</cp:revision>
  <dcterms:created xsi:type="dcterms:W3CDTF">2026-08-06T14:50:23Z</dcterms:created>
  <dcterms:modified xsi:type="dcterms:W3CDTF">2026-08-06T14:50:23Z</dcterms:modified>
</cp:coreProperties>
</file>