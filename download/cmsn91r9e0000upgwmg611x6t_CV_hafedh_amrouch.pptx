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0B981"/>
          </a:solidFill>
          <a:ln/>
        </p:spPr>
      </p:sp>
      <p:sp>
        <p:nvSpPr>
          <p:cNvPr id="3" name="Text 1"/>
          <p:cNvSpPr/>
          <p:nvPr/>
        </p:nvSpPr>
        <p:spPr>
          <a:xfrm>
            <a:off x="457200" y="2103120"/>
            <a:ext cx="11274552" cy="12801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Hafedh Amrouch</a:t>
            </a:r>
            <a:endParaRPr lang="en-US" sz="4400" dirty="0"/>
          </a:p>
        </p:txBody>
      </p:sp>
      <p:sp>
        <p:nvSpPr>
          <p:cNvPr id="4" name="Text 2"/>
          <p:cNvSpPr/>
          <p:nvPr/>
        </p:nvSpPr>
        <p:spPr>
          <a:xfrm>
            <a:off x="457200" y="3429000"/>
            <a:ext cx="11274552" cy="64008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Data analyst</a:t>
            </a:r>
            <a:endParaRPr lang="en-US" sz="2200" dirty="0"/>
          </a:p>
        </p:txBody>
      </p:sp>
      <p:sp>
        <p:nvSpPr>
          <p:cNvPr id="5" name="Shape 3"/>
          <p:cNvSpPr/>
          <p:nvPr/>
        </p:nvSpPr>
        <p:spPr>
          <a:xfrm>
            <a:off x="3351276" y="5486400"/>
            <a:ext cx="5486400" cy="0"/>
          </a:xfrm>
          <a:prstGeom prst="line">
            <a:avLst/>
          </a:prstGeom>
          <a:noFill/>
          <a:ln w="12700">
            <a:solidFill>
              <a:srgbClr val="10B981"/>
            </a:solidFill>
            <a:prstDash val="solid"/>
          </a:ln>
        </p:spPr>
      </p:sp>
      <p:sp>
        <p:nvSpPr>
          <p:cNvPr id="6" name="Text 4"/>
          <p:cNvSpPr/>
          <p:nvPr/>
        </p:nvSpPr>
        <p:spPr>
          <a:xfrm>
            <a:off x="457200" y="562356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hafedh.amrouch@gmail.com  |  00216 50 250 212  |  Tunis, Tunisie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Profil</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463040"/>
            <a:ext cx="11091672" cy="3017520"/>
          </a:xfrm>
          <a:prstGeom prst="rect">
            <a:avLst/>
          </a:prstGeom>
          <a:noFill/>
          <a:ln/>
        </p:spPr>
        <p:txBody>
          <a:bodyPr wrap="square" rtlCol="0" anchor="t"/>
          <a:lstStyle/>
          <a:p>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Data analyst certifié Microsoft DATA ANALYST (pl-300) ayant 4 ans d’expérience ayant des compétences en visualisation de données outils tels que : Power BI Desktop et Service, Qlick, Tableau Softwar et sql server reporting services et ayant mis en place des modules d’ETL (EXTRACT, TRANSFORM, LOAD) via des outils tels que : SQL Server Intégration Services (SSIS), Talend ;</a:t>
            </a:r>
            <a:endParaRPr lang="en-US" sz="1300" dirty="0"/>
          </a:p>
        </p:txBody>
      </p:sp>
      <p:sp>
        <p:nvSpPr>
          <p:cNvPr id="6" name="Shape 4"/>
          <p:cNvSpPr/>
          <p:nvPr/>
        </p:nvSpPr>
        <p:spPr>
          <a:xfrm>
            <a:off x="685800" y="4754880"/>
            <a:ext cx="3422904" cy="1280160"/>
          </a:xfrm>
          <a:prstGeom prst="roundRect">
            <a:avLst>
              <a:gd name="adj" fmla="val 5714"/>
            </a:avLst>
          </a:prstGeom>
          <a:solidFill>
            <a:srgbClr val="FFFFFF"/>
          </a:solidFill>
          <a:ln w="12700">
            <a:solidFill>
              <a:srgbClr val="10B981"/>
            </a:solidFill>
            <a:prstDash val="solid"/>
          </a:ln>
        </p:spPr>
      </p:sp>
      <p:sp>
        <p:nvSpPr>
          <p:cNvPr id="7" name="Text 5"/>
          <p:cNvSpPr/>
          <p:nvPr/>
        </p:nvSpPr>
        <p:spPr>
          <a:xfrm>
            <a:off x="685800"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5</a:t>
            </a:r>
            <a:endParaRPr lang="en-US" sz="3000" dirty="0"/>
          </a:p>
        </p:txBody>
      </p:sp>
      <p:sp>
        <p:nvSpPr>
          <p:cNvPr id="8" name="Text 6"/>
          <p:cNvSpPr/>
          <p:nvPr/>
        </p:nvSpPr>
        <p:spPr>
          <a:xfrm>
            <a:off x="685800"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années d'expérience</a:t>
            </a:r>
            <a:endParaRPr lang="en-US" sz="1100" dirty="0"/>
          </a:p>
        </p:txBody>
      </p:sp>
      <p:sp>
        <p:nvSpPr>
          <p:cNvPr id="9" name="Shape 7"/>
          <p:cNvSpPr/>
          <p:nvPr/>
        </p:nvSpPr>
        <p:spPr>
          <a:xfrm>
            <a:off x="4383024" y="4754880"/>
            <a:ext cx="3422904" cy="1280160"/>
          </a:xfrm>
          <a:prstGeom prst="roundRect">
            <a:avLst>
              <a:gd name="adj" fmla="val 5714"/>
            </a:avLst>
          </a:prstGeom>
          <a:solidFill>
            <a:srgbClr val="FFFFFF"/>
          </a:solidFill>
          <a:ln w="12700">
            <a:solidFill>
              <a:srgbClr val="10B981"/>
            </a:solidFill>
            <a:prstDash val="solid"/>
          </a:ln>
        </p:spPr>
      </p:sp>
      <p:sp>
        <p:nvSpPr>
          <p:cNvPr id="10" name="Text 8"/>
          <p:cNvSpPr/>
          <p:nvPr/>
        </p:nvSpPr>
        <p:spPr>
          <a:xfrm>
            <a:off x="4383024"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9</a:t>
            </a:r>
            <a:endParaRPr lang="en-US" sz="3000" dirty="0"/>
          </a:p>
        </p:txBody>
      </p:sp>
      <p:sp>
        <p:nvSpPr>
          <p:cNvPr id="11" name="Text 9"/>
          <p:cNvSpPr/>
          <p:nvPr/>
        </p:nvSpPr>
        <p:spPr>
          <a:xfrm>
            <a:off x="4383024"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compétences</a:t>
            </a:r>
            <a:endParaRPr lang="en-US" sz="1100" dirty="0"/>
          </a:p>
        </p:txBody>
      </p:sp>
      <p:sp>
        <p:nvSpPr>
          <p:cNvPr id="12" name="Shape 10"/>
          <p:cNvSpPr/>
          <p:nvPr/>
        </p:nvSpPr>
        <p:spPr>
          <a:xfrm>
            <a:off x="8080248" y="4754880"/>
            <a:ext cx="3422904" cy="1280160"/>
          </a:xfrm>
          <a:prstGeom prst="roundRect">
            <a:avLst>
              <a:gd name="adj" fmla="val 5714"/>
            </a:avLst>
          </a:prstGeom>
          <a:solidFill>
            <a:srgbClr val="FFFFFF"/>
          </a:solidFill>
          <a:ln w="12700">
            <a:solidFill>
              <a:srgbClr val="10B981"/>
            </a:solidFill>
            <a:prstDash val="solid"/>
          </a:ln>
        </p:spPr>
      </p:sp>
      <p:sp>
        <p:nvSpPr>
          <p:cNvPr id="13" name="Text 11"/>
          <p:cNvSpPr/>
          <p:nvPr/>
        </p:nvSpPr>
        <p:spPr>
          <a:xfrm>
            <a:off x="8080248"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2</a:t>
            </a:r>
            <a:endParaRPr lang="en-US" sz="3000" dirty="0"/>
          </a:p>
        </p:txBody>
      </p:sp>
      <p:sp>
        <p:nvSpPr>
          <p:cNvPr id="14" name="Text 12"/>
          <p:cNvSpPr/>
          <p:nvPr/>
        </p:nvSpPr>
        <p:spPr>
          <a:xfrm>
            <a:off x="8080248"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langues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Text 2"/>
          <p:cNvSpPr/>
          <p:nvPr/>
        </p:nvSpPr>
        <p:spPr>
          <a:xfrm>
            <a:off x="777240" y="457200"/>
            <a:ext cx="10863072" cy="640080"/>
          </a:xfrm>
          <a:prstGeom prst="rect">
            <a:avLst/>
          </a:prstGeom>
          <a:noFill/>
          <a:ln/>
        </p:spPr>
        <p:txBody>
          <a:bodyPr wrap="square" rtlCol="0" anchor="ctr"/>
          <a:lstStyle/>
          <a:p>
            <a:pPr algn="r" indent="0" marL="0">
              <a:buNone/>
            </a:pPr>
            <a:r>
              <a:rPr lang="en-US" sz="1300" i="1" dirty="0">
                <a:solidFill>
                  <a:srgbClr val="6B7280"/>
                </a:solidFill>
              </a:rPr>
              <a:t>1 / 2</a:t>
            </a:r>
            <a:endParaRPr lang="en-US" sz="1300" dirty="0"/>
          </a:p>
        </p:txBody>
      </p:sp>
      <p:sp>
        <p:nvSpPr>
          <p:cNvPr id="5" name="Shape 3"/>
          <p:cNvSpPr/>
          <p:nvPr/>
        </p:nvSpPr>
        <p:spPr>
          <a:xfrm>
            <a:off x="548640" y="1234440"/>
            <a:ext cx="11091672" cy="0"/>
          </a:xfrm>
          <a:prstGeom prst="line">
            <a:avLst/>
          </a:prstGeom>
          <a:noFill/>
          <a:ln w="19050">
            <a:solidFill>
              <a:srgbClr val="10B981"/>
            </a:solidFill>
            <a:prstDash val="solid"/>
          </a:ln>
        </p:spPr>
      </p:sp>
      <p:sp>
        <p:nvSpPr>
          <p:cNvPr id="6" name="Text 4"/>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DATA ANALYST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Infopro Digital  —  Novembre 2023 – présent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Superviser le développement des tableaux de bord Power BI en garantissant la qualité et la sécurité des données (RLS) et planifier les mises à jour des données des tableaux de bord à travers les Getway connection de power Bi service. Collaborer avec les différents managers pour identifier les besoins métier et les traduire en outils d’aide à la décision. Concevoir, créer et administrer les Base de données et Optimiser les requêtes SQL et améliorer les performances des dashboards. Gérer l’escalade des bugs (CRM, tableaux de bord, ETL pipeline). Travailler en coordination avec l’équipe INFRA et l’éditeur du CRM pour déployer les correctifs et mises à jour. L’élaboration et l’automatisation des processus d’intégration des données dans le CRM à l’aide de Sql Server intégration services. Collecter et extraire les données pertinentes de la base CRM via des requêtes Sql pour les charger dans des vues SQL Server. La création des tableaux de bord et des menus interactifs via Power BI desktop et SSRS. L’administration du CRM : Création de comptes, Création des campagnes Marketing ainsi que leurs interfaces agents.</a:t>
            </a:r>
            <a:endParaRPr lang="en-US" sz="1700" dirty="0"/>
          </a:p>
        </p:txBody>
      </p:sp>
      <p:sp>
        <p:nvSpPr>
          <p:cNvPr id="7" name="Text 5"/>
          <p:cNvSpPr/>
          <p:nvPr/>
        </p:nvSpPr>
        <p:spPr>
          <a:xfrm>
            <a:off x="548640" y="313944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DATA ANALYST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Digital4business  —  Juillet 2023 – Novembre 2023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Concevoir, construire, modifier, intégrer, tester et mettre en œuvre des modèles de données. La synthétisation des données de gestion de stock et ticket support via Power BI.</a:t>
            </a:r>
            <a:endParaRPr lang="en-US" sz="1700" dirty="0"/>
          </a:p>
        </p:txBody>
      </p:sp>
      <p:sp>
        <p:nvSpPr>
          <p:cNvPr id="8" name="Text 6"/>
          <p:cNvSpPr/>
          <p:nvPr/>
        </p:nvSpPr>
        <p:spPr>
          <a:xfrm>
            <a:off x="548640" y="477012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BI Analyst Junior</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Umanlink Group  —  Mai 2022 – juillet 2023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Déploiement d’un module ETL avec SQL Server Integration Services (SSIS) : Collecte et extraction des données pertinentes depuis le CRM. Transformation et nettoyage des données (suppression des champs vides, élimination des doublons, création de champs calculés). La synthétisation des données via SSRS et Power BI.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Text 2"/>
          <p:cNvSpPr/>
          <p:nvPr/>
        </p:nvSpPr>
        <p:spPr>
          <a:xfrm>
            <a:off x="777240" y="457200"/>
            <a:ext cx="10863072" cy="640080"/>
          </a:xfrm>
          <a:prstGeom prst="rect">
            <a:avLst/>
          </a:prstGeom>
          <a:noFill/>
          <a:ln/>
        </p:spPr>
        <p:txBody>
          <a:bodyPr wrap="square" rtlCol="0" anchor="ctr"/>
          <a:lstStyle/>
          <a:p>
            <a:pPr algn="r" indent="0" marL="0">
              <a:buNone/>
            </a:pPr>
            <a:r>
              <a:rPr lang="en-US" sz="1300" i="1" dirty="0">
                <a:solidFill>
                  <a:srgbClr val="6B7280"/>
                </a:solidFill>
              </a:rPr>
              <a:t>2 / 2</a:t>
            </a:r>
            <a:endParaRPr lang="en-US" sz="1300" dirty="0"/>
          </a:p>
        </p:txBody>
      </p:sp>
      <p:sp>
        <p:nvSpPr>
          <p:cNvPr id="5" name="Shape 3"/>
          <p:cNvSpPr/>
          <p:nvPr/>
        </p:nvSpPr>
        <p:spPr>
          <a:xfrm>
            <a:off x="548640" y="1234440"/>
            <a:ext cx="11091672" cy="0"/>
          </a:xfrm>
          <a:prstGeom prst="line">
            <a:avLst/>
          </a:prstGeom>
          <a:noFill/>
          <a:ln w="19050">
            <a:solidFill>
              <a:srgbClr val="10B981"/>
            </a:solidFill>
            <a:prstDash val="solid"/>
          </a:ln>
        </p:spPr>
      </p:sp>
      <p:sp>
        <p:nvSpPr>
          <p:cNvPr id="6" name="Text 4"/>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Gestionnaire IT &amp; Parc informatique</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Banque internationale arabe de Tunisie (BIAT)  —  Septembre 2021 – Mai 2022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Recenser les matériels (ordinateurs, périphériques) et logiciels, gérer les licences et les contrats de maintenance. Assurer la maintenance préventive (mises à jour) et curative (réparation) pour limiter les interruptions d'activité. Assurer le suivi des entrées et sorties des matériels informatiques.</a:t>
            </a:r>
            <a:endParaRPr lang="en-US" sz="1700" dirty="0"/>
          </a:p>
        </p:txBody>
      </p:sp>
      <p:sp>
        <p:nvSpPr>
          <p:cNvPr id="7" name="Text 5"/>
          <p:cNvSpPr/>
          <p:nvPr/>
        </p:nvSpPr>
        <p:spPr>
          <a:xfrm>
            <a:off x="548640" y="313944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Stagiaire en intelligence décisionnelle</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CliniSys SARL  —  Mars 2021 – Juillet 2021  —  Tunis, Tunisie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Stage réalisé auprès d’un éditeur d’ERP pour le secteur de la santé qui consiste à mettre en place un system décisionnel (analyse CA , analyse des consultations et analyse de stock pharmaceutique) pour des cliniques en Tunisie, Égypte et Libye : Mise en place d’un module ETl via l’outil SQL Server Intégration Services (SSIS). La création des tableaux de bord et des menus interactifs via Power BI desktop.</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Formation</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Master executive en Business Analytics</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Business  —  2023</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Business Analytics</a:t>
            </a:r>
            <a:endParaRPr lang="en-US" sz="1700" dirty="0"/>
          </a:p>
        </p:txBody>
      </p:sp>
      <p:sp>
        <p:nvSpPr>
          <p:cNvPr id="6" name="Text 4"/>
          <p:cNvSpPr/>
          <p:nvPr/>
        </p:nvSpPr>
        <p:spPr>
          <a:xfrm>
            <a:off x="548640" y="301752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Licence fondamentale en informatique de gestion</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Business  —  2021</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informatique de gestion</a:t>
            </a:r>
            <a:endParaRPr lang="en-US" sz="1700" dirty="0"/>
          </a:p>
        </p:txBody>
      </p:sp>
      <p:sp>
        <p:nvSpPr>
          <p:cNvPr id="7" name="Text 5"/>
          <p:cNvSpPr/>
          <p:nvPr/>
        </p:nvSpPr>
        <p:spPr>
          <a:xfrm>
            <a:off x="548640" y="448056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Licence professionnel en systèmes d’informations et aide à la décision</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Université Claude Bernard  —  2021</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systèmes d’informations et aide à la décision</a:t>
            </a:r>
            <a:endParaRPr lang="en-US" sz="1700" dirty="0"/>
          </a:p>
          <a:p>
            <a:pPr indent="0" marL="0">
              <a:buNone/>
            </a:pPr>
            <a:r>
              <a:rPr lang="en-US" sz="1100" i="1" dirty="0">
                <a:solidFill>
                  <a:srgbClr val="6B7280"/>
                </a:solidFill>
                <a:latin typeface="Calibri" pitchFamily="34" charset="0"/>
                <a:ea typeface="Calibri" pitchFamily="34" charset="-122"/>
                <a:cs typeface="Calibri" pitchFamily="34" charset="-120"/>
              </a:rPr>
              <a:t>Lyon, France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Compétences &amp; Langues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Compétences</a:t>
            </a:r>
            <a:endParaRPr lang="en-US" sz="1400" dirty="0"/>
          </a:p>
        </p:txBody>
      </p:sp>
      <p:sp>
        <p:nvSpPr>
          <p:cNvPr id="6" name="Text 4"/>
          <p:cNvSpPr/>
          <p:nvPr/>
        </p:nvSpPr>
        <p:spPr>
          <a:xfrm>
            <a:off x="548640" y="2011680"/>
            <a:ext cx="5317236" cy="4389120"/>
          </a:xfrm>
          <a:prstGeom prst="rect">
            <a:avLst/>
          </a:prstGeom>
          <a:noFill/>
          <a:ln/>
        </p:spPr>
        <p:txBody>
          <a:bodyPr wrap="square" lIns="0" tIns="0" rIns="0" bIns="0" rtlCol="0" anchor="t"/>
          <a:lstStyle/>
          <a:p>
            <a:pPr indent="0" marL="0">
              <a:spcBef>
                <a:spcPts val="400"/>
              </a:spcBef>
              <a:buNone/>
            </a:pPr>
            <a:r>
              <a:rPr lang="en-US" sz="1300" b="1" dirty="0">
                <a:solidFill>
                  <a:srgbClr val="10B981"/>
                </a:solidFill>
                <a:latin typeface="Calibri" pitchFamily="34" charset="0"/>
                <a:ea typeface="Calibri" pitchFamily="34" charset="-122"/>
                <a:cs typeface="Calibri" pitchFamily="34" charset="-120"/>
              </a:rPr>
              <a:t>logiciel</a:t>
            </a:r>
            <a:endParaRPr lang="en-US" sz="1300" dirty="0"/>
          </a:p>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Power BI Desktop (avancé)  •  Power BI Service (avancé)  •  Qlick (intermédiaire)  •  Tableau Software (intermédiaire)  •  Talend (intermédiaire)</a:t>
            </a:r>
            <a:endParaRPr lang="en-US" sz="1300" dirty="0"/>
          </a:p>
          <a:p>
            <a:pPr indent="0" marL="0">
              <a:spcBef>
                <a:spcPts val="400"/>
              </a:spcBef>
              <a:buNone/>
            </a:pPr>
            <a:r>
              <a:rPr lang="en-US" sz="1300" b="1" dirty="0">
                <a:solidFill>
                  <a:srgbClr val="10B981"/>
                </a:solidFill>
                <a:latin typeface="Calibri" pitchFamily="34" charset="0"/>
                <a:ea typeface="Calibri" pitchFamily="34" charset="-122"/>
                <a:cs typeface="Calibri" pitchFamily="34" charset="-120"/>
              </a:rPr>
              <a:t>technique</a:t>
            </a:r>
            <a:endParaRPr lang="en-US" sz="1300" dirty="0"/>
          </a:p>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SQL Server Reporting Services (SSRS) (avancé)  •  SQL Server Integration Services (SSIS) (avancé)  •  SQL (avancé)  •  ETL (avancé)</a:t>
            </a:r>
            <a:endParaRPr lang="en-US" sz="1300" dirty="0"/>
          </a:p>
        </p:txBody>
      </p:sp>
      <p:sp>
        <p:nvSpPr>
          <p:cNvPr id="7" name="Text 5"/>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Langues</a:t>
            </a:r>
            <a:endParaRPr lang="en-US" sz="1400" dirty="0"/>
          </a:p>
        </p:txBody>
      </p:sp>
      <p:sp>
        <p:nvSpPr>
          <p:cNvPr id="8" name="Text 6"/>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Français</a:t>
            </a:r>
            <a:pPr indent="0" marL="0">
              <a:buNone/>
            </a:pPr>
            <a:r>
              <a:rPr lang="en-US" sz="1200" i="1" dirty="0">
                <a:solidFill>
                  <a:srgbClr val="6B7280"/>
                </a:solidFill>
                <a:latin typeface="Calibri" pitchFamily="34" charset="0"/>
                <a:ea typeface="Calibri" pitchFamily="34" charset="-122"/>
                <a:cs typeface="Calibri" pitchFamily="34" charset="-120"/>
              </a:rPr>
              <a:t> — Bilingue</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Anglais</a:t>
            </a:r>
            <a:pPr indent="0" marL="0">
              <a:buNone/>
            </a:pPr>
            <a:r>
              <a:rPr lang="en-US" sz="1200" i="1" dirty="0">
                <a:solidFill>
                  <a:srgbClr val="6B7280"/>
                </a:solidFill>
                <a:latin typeface="Calibri" pitchFamily="34" charset="0"/>
                <a:ea typeface="Calibri" pitchFamily="34" charset="-122"/>
                <a:cs typeface="Calibri" pitchFamily="34" charset="-120"/>
              </a:rPr>
              <a:t> — intermédiaire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Projets &amp; Certifications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Certifications</a:t>
            </a:r>
            <a:endParaRPr lang="en-US" sz="1400" dirty="0"/>
          </a:p>
        </p:txBody>
      </p:sp>
      <p:sp>
        <p:nvSpPr>
          <p:cNvPr id="6" name="Text 4"/>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0B981"/>
                </a:solidFill>
                <a:latin typeface="Calibri" pitchFamily="34" charset="0"/>
                <a:ea typeface="Calibri" pitchFamily="34" charset="-122"/>
                <a:cs typeface="Calibri" pitchFamily="34" charset="-120"/>
              </a:rPr>
              <a:t>Microsoft Certified: Power BI Data Analyst Associate</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Microsoft  —  MARS 2025</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6693408"/>
            <a:ext cx="12188952" cy="164592"/>
          </a:xfrm>
          <a:prstGeom prst="rect">
            <a:avLst/>
          </a:prstGeom>
          <a:solidFill>
            <a:srgbClr val="10B981"/>
          </a:solidFill>
          <a:ln/>
        </p:spPr>
      </p:sp>
      <p:sp>
        <p:nvSpPr>
          <p:cNvPr id="3" name="Text 1"/>
          <p:cNvSpPr/>
          <p:nvPr/>
        </p:nvSpPr>
        <p:spPr>
          <a:xfrm>
            <a:off x="457200" y="2011680"/>
            <a:ext cx="11274552" cy="14630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Merci</a:t>
            </a:r>
            <a:endParaRPr lang="en-US" sz="5400" dirty="0"/>
          </a:p>
        </p:txBody>
      </p:sp>
      <p:sp>
        <p:nvSpPr>
          <p:cNvPr id="4" name="Text 2"/>
          <p:cNvSpPr/>
          <p:nvPr/>
        </p:nvSpPr>
        <p:spPr>
          <a:xfrm>
            <a:off x="457200" y="3520440"/>
            <a:ext cx="11274552" cy="54864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Hafedh Amrouch</a:t>
            </a:r>
            <a:endParaRPr lang="en-US" sz="2200" dirty="0"/>
          </a:p>
        </p:txBody>
      </p:sp>
      <p:sp>
        <p:nvSpPr>
          <p:cNvPr id="5" name="Shape 3"/>
          <p:cNvSpPr/>
          <p:nvPr/>
        </p:nvSpPr>
        <p:spPr>
          <a:xfrm>
            <a:off x="3351276" y="5120640"/>
            <a:ext cx="5486400" cy="0"/>
          </a:xfrm>
          <a:prstGeom prst="line">
            <a:avLst/>
          </a:prstGeom>
          <a:noFill/>
          <a:ln w="12700">
            <a:solidFill>
              <a:srgbClr val="10B981"/>
            </a:solidFill>
            <a:prstDash val="solid"/>
          </a:ln>
        </p:spPr>
      </p:sp>
      <p:sp>
        <p:nvSpPr>
          <p:cNvPr id="6" name="Text 4"/>
          <p:cNvSpPr/>
          <p:nvPr/>
        </p:nvSpPr>
        <p:spPr>
          <a:xfrm>
            <a:off x="457200" y="525780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hafedh.amrouch@gmail.com  |  00216 50 250 212  |  Tunis, Tunisie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CV Transformer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Hafedh Amrouch</dc:title>
  <dc:subject>CV généré automatiquement</dc:subject>
  <dc:creator>Agent de transformation de CV</dc:creator>
  <cp:lastModifiedBy>Agent de transformation de CV</cp:lastModifiedBy>
  <cp:revision>1</cp:revision>
  <dcterms:created xsi:type="dcterms:W3CDTF">2026-08-10T13:13:04Z</dcterms:created>
  <dcterms:modified xsi:type="dcterms:W3CDTF">2026-08-10T13:13:04Z</dcterms:modified>
</cp:coreProperties>
</file>